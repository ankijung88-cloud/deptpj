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C83232"/>
                </a:solidFill>
              </a:defRPr>
            </a:pPr>
            <a:r>
              <a:t>DEPT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PROMOTION &amp;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홍보 서비스 개발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3B3B3"/>
                </a:solidFill>
              </a:defRPr>
            </a:pPr>
            <a:r>
              <a:t>일일 작업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2026. 02. 27 (목)  |  프로젝트: deptPJ-main  |  React + TypeScript + TailwindCSS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914400"/>
            <a:ext cx="22860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수정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63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3232"/>
                </a:solidFill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5개 언어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KO EN JA ZH 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📊  작업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2026.02.27 기준 전체 변경 내역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56032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3232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수정된 파일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56032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3232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신규 컴포넌트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56032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3232"/>
                </a:solidFill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이벤트 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280160"/>
            <a:ext cx="256032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554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3232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지원 언어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5394960" cy="173736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🌐 이벤트 국제화 (i18n)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B3B3"/>
                </a:solidFill>
              </a:defRPr>
            </a:pPr>
            <a:r>
              <a:t>이벤트 제목/설명을 i18n 키로 교체</a:t>
            </a:r>
            <a:br/>
            <a:r>
              <a:t>5개 언어 × 이벤트 20개 = 200개 번역 키</a:t>
            </a:r>
            <a:br/>
            <a:r>
              <a:t>캘린더 관련 17개 키 × 5언어 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394960" cy="173736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🎨 이벤트 배너 재디자인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B3B3"/>
                </a:solidFill>
              </a:defRPr>
            </a:pPr>
            <a:r>
              <a:t>이미지 배경 가로형 배너 카드 UI</a:t>
            </a:r>
            <a:br/>
            <a:r>
              <a:t>hover 확대 + 종료 이벤트 흑백 처리</a:t>
            </a:r>
            <a:br/>
            <a:r>
              <a:t>상태별 혼합 배치 (interleave)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394960" cy="173736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📅 달력 기능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B3B3"/>
                </a:solidFill>
              </a:defRPr>
            </a:pPr>
            <a:r>
              <a:t>년/월 직접 선택 드롭다운 + 오늘 이동</a:t>
            </a:r>
            <a:br/>
            <a:r>
              <a:t>6행 고정 그리드 (42칸 auto-rows-fr)</a:t>
            </a:r>
            <a:br/>
            <a:r>
              <a:t>이벤트 패널과 높이 동기화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63440"/>
            <a:ext cx="5394960" cy="173736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🔀 네비게이션 개선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3B3B3"/>
                </a:solidFill>
              </a:defRPr>
            </a:pPr>
            <a:r>
              <a:t>뒤로가기: navigate(-1)로 변경</a:t>
            </a:r>
            <a:br/>
            <a:r>
              <a:t>sessionStorage 스크롤 위치 저장/복원</a:t>
            </a:r>
            <a:br/>
            <a:r>
              <a:t>탭 토글 + 전체보기 버튼 상시 노출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🌐  이벤트 카드 국제화 (i18n)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src/data/events.ts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이벤트 title/summary를 i18n 키로 교체</a:t>
            </a:r>
            <a:br/>
            <a:r>
              <a:t>40건 이벤트 데이터, 매월 3건+, 2월 진행 중 5건 보장</a:t>
            </a:r>
            <a:br/>
            <a:r>
              <a:t>loremflickr 키워드 기반 테마 이미지 (600×400)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src/i18n/index.ts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5개 언어 이벤트 번역 키 추가</a:t>
            </a:r>
            <a:br/>
            <a:r>
              <a:t>events.ev01~ev20 × title/summary × 5언어 = 200개</a:t>
            </a:r>
            <a:br/>
            <a:r>
              <a:t>calendar.* 번역 키 17개 × 5언어 병합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EventCard.tsx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useTranslation 훅으로 동적 번역</a:t>
            </a:r>
            <a:br/>
            <a:r>
              <a:t>이미지 배경 가로형 배너 카드 전면 재디자인</a:t>
            </a:r>
            <a:br/>
            <a:r>
              <a:t>hover 확대 + 종료 이벤트 흑백 투명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</a:defRPr>
            </a:pPr>
            <a:r>
              <a:t>[신규] EventModal.tsx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전체보기 모달 — ESC/배경 클릭 닫기</a:t>
            </a:r>
            <a:br/>
            <a:r>
              <a:t>스크롤 잠금, max-w-4xl 대형 모달</a:t>
            </a:r>
            <a:br/>
            <a:r>
              <a:t>i18n 탭 레이블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EventsDashboard.tsx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5건 기본 표시, 전체보기 버튼 상시 노출</a:t>
            </a:r>
            <a:br/>
            <a:r>
              <a:t>상태별 번갈아 혼합 배치 (interleave)</a:t>
            </a:r>
            <a:br/>
            <a:r>
              <a:t>그리드 비율 5:7 (달력:배너)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EventList.tsx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flex-col + gap + flex-1 레이아웃</a:t>
            </a:r>
            <a:br/>
            <a:r>
              <a:t>카드가 패널 공간 균등 분배</a:t>
            </a:r>
            <a:br/>
            <a:r>
              <a:t>최소 높이 110px 보장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📅  달력 기능 + 🔀 네비게이션 개선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CalendarHeader.tsx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헤더 클릭 → 년월 선택 드롭다운</a:t>
            </a:r>
            <a:br/>
            <a:r>
              <a:t>4×3 월 그리드, 년도 좌우 이동</a:t>
            </a:r>
            <a:br/>
            <a:r>
              <a:t>현재 월 하이라이트, '오늘' 바로가기</a:t>
            </a:r>
            <a:br/>
            <a:r>
              <a:t>외부 클릭 닫기, i18n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Calendar.tsx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onChangeYearMonth 콜백 추가</a:t>
            </a:r>
            <a:br/>
            <a:r>
              <a:t>항상 6행(42칸) 고정 그리드</a:t>
            </a:r>
            <a:br/>
            <a:r>
              <a:t>auto-rows-fr 높이 균등 분배</a:t>
            </a:r>
            <a:br/>
            <a:r>
              <a:t>h-full flex-col 높이 동기화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CalendarDayCell.tsx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32588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단일 도트 마커</a:t>
            </a:r>
            <a:br/>
            <a:r>
              <a:t>우선순위: 진행 중 &gt; 예정 &gt; 종료</a:t>
            </a:r>
            <a:br/>
            <a:r>
              <a:t>날짜 폰트 및 간격 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Legend.tsx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범례 폰트 14px 확대</a:t>
            </a:r>
            <a:br/>
            <a:r>
              <a:t>도트 3px, 간격 확대</a:t>
            </a:r>
            <a:br/>
            <a:r>
              <a:t>font-medium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EventDetailPage.tsx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뒤로가기: Link to='/' →</a:t>
            </a:r>
            <a:br/>
            <a:r>
              <a:t>navigate(-1)로 변경</a:t>
            </a:r>
            <a:br/>
            <a:r>
              <a:t>이전 섹션 스크롤 위치 복원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566160" cy="246888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79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</a:defRPr>
            </a:pPr>
            <a:r>
              <a:t>[수정] LandingPage.tsx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69079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3B3B3"/>
                </a:solidFill>
              </a:defRPr>
            </a:pPr>
            <a:r>
              <a:t>sessionStorage 기반</a:t>
            </a:r>
            <a:br/>
            <a:r>
              <a:t>스크롤 위치 저장/복원 로직 추가</a:t>
            </a:r>
            <a:br/>
            <a:r>
              <a:t>뒤로가기 시 이벤트 섹션으로 복귀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🔄  사용자 인터랙션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랜딩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스크롤 위치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00584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234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캘린더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년/월/일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00584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234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탭 필터링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종료/진행 중/예정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00584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234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이벤트 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1645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배너형 5건 표시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카드 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상세 페이지 이동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265176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이벤트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히어로+설명+안내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65176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799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뒤로가기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navigate(-1)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19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D4D4D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2651760"/>
            <a:ext cx="2377440" cy="1188720"/>
          </a:xfrm>
          <a:prstGeom prst="roundRect">
            <a:avLst/>
          </a:prstGeom>
          <a:solidFill>
            <a:srgbClr val="1E1E2F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59" y="2880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이전 위치 복원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sessionStorage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🌏  다국어 지원 현황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48640" y="484632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언어</a:t>
                      </a:r>
                    </a:p>
                  </a:txBody>
                  <a:tcPr>
                    <a:solidFill>
                      <a:srgbClr val="30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코드</a:t>
                      </a:r>
                    </a:p>
                  </a:txBody>
                  <a:tcPr>
                    <a:solidFill>
                      <a:srgbClr val="30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이벤트 키</a:t>
                      </a:r>
                    </a:p>
                  </a:txBody>
                  <a:tcPr>
                    <a:solidFill>
                      <a:srgbClr val="30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캘린더 키</a:t>
                      </a:r>
                    </a:p>
                  </a:txBody>
                  <a:tcPr>
                    <a:solidFill>
                      <a:srgbClr val="30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총 번역 수</a:t>
                      </a:r>
                    </a:p>
                  </a:txBody>
                  <a:tcPr>
                    <a:solidFill>
                      <a:srgbClr val="30151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🇰🇷 한국어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ko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40개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57개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🇺🇸 영어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en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40개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57개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🇯🇵 일본어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ja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40개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57개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🇨🇳 중국어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zh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40개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57개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🇹🇭 태국어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40개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17개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3B3B3"/>
                          </a:solidFill>
                        </a:defRPr>
                      </a:pPr>
                      <a:r>
                        <a:t>57개</a:t>
                      </a:r>
                    </a:p>
                  </a:txBody>
                  <a:tcPr>
                    <a:solidFill>
                      <a:srgbClr val="1E1E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