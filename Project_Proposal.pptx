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Culture Department Store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프로젝트 기획서 (Project Proposal)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개발 스펙 및 아키텍처 분석 기반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1. 프로젝트 개요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프로젝트 목적: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다국어 문화를 지원하는 온라인 백화점(쇼핑몰) 플랫폼 구축.
사용자는 다양한 카테고리의 상품을 탐색, 예약/결제할 수 있으며, 관리자는 상품과 예약을 관리.
</a:t>
            </a:r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주요 타겟층: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문화 및 라이프스타일 상품/서비스에 관심 있는 글로벌 일반 소비자.
</a:t>
            </a:r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핵심 가치: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직관적인 큐레이션, 실시간 자동 번역을 통한 다국어 지원, 편리한 관리자 대시보드 제공.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2. 시스템 아키텍처 및 기술 스택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</a:rPr>
              <a:t>Frontend: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React 18, Vite
 - TypeScript, Tailwind CSS, Framer Motion
 - 상태 관리 &amp; 라우팅: React Router v6
 - 다국어: i18next
</a:t>
            </a:r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</a:rPr>
              <a:t>Backend: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Node.js, Express.js
 - 데이터베이스: MySQL (mysql2)
 - 인증: JWT, bcryptjs
 - 파일 업로드: Multer
 - AI/번역: @google/generative-ai 지원 (번역 서비스)
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3. 주요 기능 명세 (Front-end &amp; Back-end)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메인 스토어 기능: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메인 큐레이션 (Featured), 상품 카테고리 (All Products), 상세 페이지
 - 글로벌 사용자를 위한 자동 번역 (AutoTranslatedText 컴포넌트)
</a:t>
            </a:r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사용자 및 쇼핑 기능: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회원가입, 로그인, 마이페이지
 - 장바구니 저장 및 예약/결제 (Bookings)
</a:t>
            </a:r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관리자 (Admin) 대시보드: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상품 등록/수정/삭제 관리 (이미지 업로드 포함)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예약(Booking) 및 유저 리스트 관리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4. 주요 데이터베이스 스키마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Users (사용자):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이메일, 비밀번호, 권한 (일반 유저 vs 관리자) 등
</a:t>
            </a:r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Products (상품):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상품명, 카테고리, 설명, 가격, 이미지 URL, 등록일
</a:t>
            </a:r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Bookings (예약/결제):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예약 ID, 상품 ID (FK), 사용자 이메일, 결제 방법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총 가격, 예약 상태 (Pending 등), 정산 상태 (수수료, 정산금액, 정산일자)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5. 프론트엔드 라우팅 구조 (App.tsx)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Public Routes: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/, /detail/:id, /floor/:id, /floor-guide, /about, /:category, /all-products, /cart
</a:t>
            </a:r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Protected Routes (User):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/mypage, /products/new, /products/:id/edit
</a:t>
            </a:r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Admin Routes (Admin Only):
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 - /admin/login, /admin/products, /admin/users, /admin/bookings
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63636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성공적인 프로젝트 런칭을 기원합니다.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2026-02-20T08:47:31Z</dcterms:created>
  <dcterms:modified xsi:type="dcterms:W3CDTF">2026-02-20T08:47:31Z</dcterms:modified>
</cp:coreProperties>
</file>